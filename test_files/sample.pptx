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Q&amp;A Test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PowerPoint exists to test the extract_from_pptx function.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 relevant chunks</a:t>
            </a:r>
          </a:p>
          <a:p>
            <a:r>
              <a:t>Inject them into the prompt</a:t>
            </a:r>
          </a:p>
          <a:p>
            <a:r>
              <a:t>Generate a grounded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